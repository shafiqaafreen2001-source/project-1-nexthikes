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BIKE RENTAL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BEDCF5"/>
                </a:solidFill>
              </a:defRPr>
            </a:pPr>
            <a:r>
              <a:t>Automated Dashboard, Forecasting &amp; VBA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515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</a:defRPr>
            </a:pPr>
            <a:r>
              <a:t>PROJECT PRESENTATION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Submitted by: Shafiqa Afreen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Institute: Digicrome Academy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Course: Data Analytics and AI Course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t>Submission Date: 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1. Project Overview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D37"/>
                </a:solidFill>
              </a:defRPr>
            </a:pPr>
            <a:r>
              <a:t>• Transform bike-rental data into an automated business intelligence and reporting workbook.</a:t>
            </a:r>
          </a:p>
          <a:p>
            <a:pPr>
              <a:spcAft>
                <a:spcPts val="900"/>
              </a:spcAft>
              <a:defRPr sz="1800">
                <a:solidFill>
                  <a:srgbClr val="232D37"/>
                </a:solidFill>
              </a:defRPr>
            </a:pPr>
            <a:r>
              <a:t>• Use PivotTables, charts, KPIs and slicers to identify rental patterns.</a:t>
            </a:r>
          </a:p>
          <a:p>
            <a:pPr>
              <a:spcAft>
                <a:spcPts val="900"/>
              </a:spcAft>
              <a:defRPr sz="1800">
                <a:solidFill>
                  <a:srgbClr val="232D37"/>
                </a:solidFill>
              </a:defRPr>
            </a:pPr>
            <a:r>
              <a:t>• Create a short-term daily forecast and statistical anomaly detection.</a:t>
            </a:r>
          </a:p>
          <a:p>
            <a:pPr>
              <a:spcAft>
                <a:spcPts val="900"/>
              </a:spcAft>
              <a:defRPr sz="1800">
                <a:solidFill>
                  <a:srgbClr val="232D37"/>
                </a:solidFill>
              </a:defRPr>
            </a:pPr>
            <a:r>
              <a:t>• Automate data cleaning, analysis refresh and management reporting using VBA.</a:t>
            </a:r>
          </a:p>
          <a:p>
            <a:pPr>
              <a:spcAft>
                <a:spcPts val="900"/>
              </a:spcAft>
              <a:defRPr sz="1800">
                <a:solidFill>
                  <a:srgbClr val="232D37"/>
                </a:solidFill>
              </a:defRPr>
            </a:pPr>
            <a:r>
              <a:t>• Provide a one-click REFRESH DASHBOARD workflow for repeatable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530352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58,304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Total rentals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530352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44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Daily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530352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2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Anomaly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530352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~1,400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Forecast/day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0" y="661111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2. Dataset &amp; Data Preparation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492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5B5"/>
                </a:solidFill>
              </a:defRPr>
            </a:pPr>
            <a:r>
              <a:t>Dataset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Raw data is stored in Append1 (2).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Primary raw dataset spans columns A:R.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Fields include date, season, year, month, hour and weekday.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Weather variables: weather situation, temperature, apparent temperature, humidity and windspeed.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User measures: casual, registered and total rentals.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3492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5B5"/>
                </a:solidFill>
              </a:defRPr>
            </a:pPr>
            <a:r>
              <a:t>Automated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CleanImportedData works on A:R.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Removes only completely blank rows.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Removes duplicate records.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Auto-fits raw data columns.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Runs automatically from the master dashboard-update macro.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0" y="661111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3. Data Analysis &amp; Statistical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5:00 PM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Peak hour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23444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Clear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Top weather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23444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0.193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Temp ↔ rentals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23444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-0.259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Humidity ↔ casual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234440"/>
            <a:ext cx="1737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0.090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Wind ↔ registered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0424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Hourly, weekday and weather rental totals were analysed using PivotTables.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Temperature versus rentals was visualized using a scatter chart.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Casual and registered users were compared in a dedicated chart.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Correlation values describe linear association and should not be interpreted as causation.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Daily performance classification produced 11 High, 22 Medium and 11 Low days.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0" y="661111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4. Dashboard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Interactive slicers: weather, month, weekday and season.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Dashboard KPIs: Total Rentals, Peak Hour, Best Weekday, Top Weather and Anomaly Days.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Charts: hourly rentals, weekday rentals, weather, temperature vs rentals and casual vs registered users.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Key Insights box summarizes the main findings.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Forecast chart provides the next seven days of expected rental activity.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REFRESH DASHBOARD button launches the master VBA automation.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5257800"/>
            <a:ext cx="2103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58,304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Total rentals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5257800"/>
            <a:ext cx="2103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5:00 PM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Peak hour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5257800"/>
            <a:ext cx="2103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Clear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Top weather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5257800"/>
            <a:ext cx="2103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2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Anomaly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0" y="661111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5. Forecasting &amp; Anomaly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492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5B5"/>
                </a:solidFill>
              </a:defRPr>
            </a:pPr>
            <a:r>
              <a:t>Seven-Day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Forecast horizon: 15-Feb-2011 to 21-Feb-2011.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Forecast values increase from approximately 1,387 to 1,419 rentals/day.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Overall planning level: approximately 1,400 rentals/day.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MASE: 1.08; SMAPE: approximately 29%.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Short historical span means this is a short-term planning indicator.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3492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5B5"/>
                </a:solidFill>
              </a:defRPr>
            </a:pPr>
            <a:r>
              <a:t>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DetectAnomalies uses a z-score rule.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Absolute z-score greater than 2 is flagged.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Current dataset: 2 anomaly days.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Anomaly status is written to the daily analysis table.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Anomaly count is reflected in the dashboard KPI.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0" y="661111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6. VBA Automation &amp; Custom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492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5B5"/>
                </a:solidFill>
              </a:defRPr>
            </a:pPr>
            <a:r>
              <a:t>VBA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FormatHeader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RefreshDashboard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CleanImportedData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DetectAnomalies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RentalPerformance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CreateManagementReport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UpdateBikeRentalDashboard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3492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5B5"/>
                </a:solidFill>
              </a:defRPr>
            </a:pPr>
            <a:r>
              <a:t>Automation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For loops for repeated processing.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If / Else conditions for classification and anomaly detection.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Custom RentalPerformance function.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Automatic report generation.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Master macro combines the complete workflow.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0" y="661111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7. Automated Management Report &amp; One-Click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REFRESH DASHBOARD triggers the master UpdateBikeRentalDashboard procedure.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Step 1 — Clean imported data.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Step 2 — Refresh data and PivotTables.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Step 3 — Recalculate formulas.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Step 4 — Detect anomalies.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Step 5 — Create/update the Management Report.</a:t>
            </a:r>
          </a:p>
          <a:p>
            <a:pPr>
              <a:spcAft>
                <a:spcPts val="900"/>
              </a:spcAft>
              <a:defRPr sz="1700">
                <a:solidFill>
                  <a:srgbClr val="232D37"/>
                </a:solidFill>
              </a:defRPr>
            </a:pPr>
            <a:r>
              <a:t>• Step 6 — Recalculate and display a completion message.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5394960"/>
            <a:ext cx="2286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11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High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5394960"/>
            <a:ext cx="2286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22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Medium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5394960"/>
            <a:ext cx="2286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11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Low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5394960"/>
            <a:ext cx="2286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300" b="1">
                <a:solidFill>
                  <a:srgbClr val="17365D"/>
                </a:solidFill>
              </a:defRPr>
            </a:pPr>
            <a:r>
              <a:t>2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Anomaly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0" y="661111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8. Results, Recommendations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492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5B5"/>
                </a:solidFill>
              </a:defRPr>
            </a:pPr>
            <a:r>
              <a:t>Results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Peak demand occurs at 5:00 PM in the analysed data.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Clear weather has the highest rental total.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Use peak-hour information for staffing and bike availability.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Monitor weather conditions when planning fleet availability.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Review anomaly days before making operational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3492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75B5"/>
                </a:solidFill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Dataset covers a limited historical period.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Correlation does not establish causation.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Forecast uncertainty is relatively wide.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Current forecasting and anomaly detection are statistical/VBA methods.</a:t>
            </a:r>
          </a:p>
          <a:p>
            <a:pPr>
              <a:spcAft>
                <a:spcPts val="900"/>
              </a:spcAft>
              <a:defRPr sz="1400">
                <a:solidFill>
                  <a:srgbClr val="232D37"/>
                </a:solidFill>
              </a:defRPr>
            </a:pPr>
            <a:r>
              <a:t>• Long-term conclusions require a larger historical dataset.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0" y="661111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Deliverables, AI Status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9789090" cy="27238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rPr dirty="0"/>
              <a:t>✓ Excel workbook with analysis, dashboard and automation — COMPLETED</a:t>
            </a:r>
          </a:p>
          <a:p>
            <a:pPr>
              <a:defRPr sz="1500"/>
            </a:pPr>
            <a:r>
              <a:rPr dirty="0"/>
              <a:t>✓ VBA scripts/macros — COMPLETED</a:t>
            </a:r>
          </a:p>
          <a:p>
            <a:pPr>
              <a:defRPr sz="1500"/>
            </a:pPr>
            <a:r>
              <a:rPr dirty="0"/>
              <a:t>✓ Automated Management Report — COMPLETED</a:t>
            </a:r>
          </a:p>
          <a:p>
            <a:pPr>
              <a:defRPr sz="1500"/>
            </a:pPr>
            <a:r>
              <a:rPr dirty="0"/>
              <a:t>✓ Project summary presentation — COMPLETED</a:t>
            </a:r>
          </a:p>
          <a:p>
            <a:pPr>
              <a:defRPr sz="1500"/>
            </a:pPr>
            <a:r>
              <a:rPr dirty="0"/>
              <a:t>✓ External AI/API connection — TESTED at connection level</a:t>
            </a:r>
          </a:p>
          <a:p>
            <a:pPr>
              <a:defRPr sz="1500"/>
            </a:pPr>
            <a:r>
              <a:rPr dirty="0"/>
              <a:t>⚠ AI-generated API responses — NOT ACTIVATED because the API account had no available credits</a:t>
            </a:r>
          </a:p>
          <a:p>
            <a:pPr>
              <a:defRPr sz="1500"/>
            </a:pPr>
            <a:r>
              <a:rPr dirty="0"/>
              <a:t>✓ VBA-based Smart Insights — COMPLETED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Final: The project delivers an automated Bike Rental Data Analysis &amp; Reporting Dashboard using Excel forecasting, VBA automation, </a:t>
            </a:r>
            <a:endParaRPr lang="en-GB" dirty="0"/>
          </a:p>
          <a:p>
            <a:pPr>
              <a:defRPr sz="1400"/>
            </a:pPr>
            <a:r>
              <a:rPr dirty="0"/>
              <a:t>custom functions, anomaly detection, automated data cleaning, management reporting and VBA-based Smart Insights.</a:t>
            </a:r>
          </a:p>
          <a:p>
            <a:pPr>
              <a:defRPr sz="1400"/>
            </a:pPr>
            <a:r>
              <a:rPr dirty="0"/>
              <a:t>The workbook does not claim VBA Smart Insights as API-generated AI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BEDCF5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902</Words>
  <Application>Microsoft Office PowerPoint</Application>
  <PresentationFormat>Widescreen</PresentationFormat>
  <Paragraphs>143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SHAFIQA AFREEN</cp:lastModifiedBy>
  <cp:revision>2</cp:revision>
  <dcterms:created xsi:type="dcterms:W3CDTF">2013-01-27T09:14:16Z</dcterms:created>
  <dcterms:modified xsi:type="dcterms:W3CDTF">2026-10-01T08:33:45Z</dcterms:modified>
  <cp:category/>
</cp:coreProperties>
</file>